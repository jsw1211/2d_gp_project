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05B5B-7729-92FE-7FDA-1B1FC791F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CA0BD8-039B-FCC1-8690-BB80B3161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D82DD-5781-E895-7999-47D9FDED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1F94A-FF1A-5B15-5A16-40DE6AA9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EF3BE3-8D51-949E-1931-8BF729DAA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23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B4AA9-86BB-5671-BD7B-3CA649C7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80A7A-83A3-8A38-3AAC-2EFBDA8C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A6054-882F-8050-1979-0780300E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D4AB38-6568-8B8F-047D-2FBEC5B8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65ED4C-D8BE-5228-20A9-AE863E76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10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CA797-D6E2-E885-1934-12549E3D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D045BB-90E5-CA1E-97F0-6135D40F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19BBC4-0F21-D548-441D-24E3D2C6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19929D-BC28-6684-EDA0-C05AA7FD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A143A-9D8B-072F-C8C8-8D418AE8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92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0617B-1D3F-677D-B514-FF39785B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8A9A83-EFFC-658F-56E9-0150DBF55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CAA344-DD10-55AA-CE07-1CF93F37C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2D5D70-442B-5B27-6444-BD5A67C5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019159-BC71-F34A-F6BB-60F10BA1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FF5DDD-1AF8-969A-0392-615BF2CA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108FC-1515-8C1A-B19A-DBE3933D7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1A1569-F232-0C1D-9610-506BAB319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209904-8BE1-51C0-46B0-5F8ED8722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B8416C-71F6-F4EE-F888-C52456D4B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7A0DC8-034A-7A5A-C09F-DFF201129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25E339-3E68-52CC-F4BB-5D4AB3E3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97A092-D8CB-9F7D-DEF6-FBBA017C9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39B0E3-FB28-46E8-02D9-8F85A77D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43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93D99-CB8B-82FA-BF34-EE0978AC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1E1FF2-EB16-D5CE-A187-86BF5CEB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F440A7-8664-C951-AC47-555D582D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E9E0B-5B43-6F95-27E6-02FDB952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78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181C0B-2976-C245-94AA-6A73EBA0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B67393-B87C-8821-F5B8-89355D7A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BC8BD0-11E1-4FB8-240A-EDEF80EB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38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500AC-B06B-5D69-735A-44C504FE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5F19E-4D9C-A0B0-17D8-4B57EBB3C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ED0468-9031-2FFF-3DA3-9700C2578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D6C18-95C1-276C-DA14-BBC58C96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58FAD-435C-FE74-311B-0238480C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709E2-09C1-D3A2-33F4-BF43EA04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47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0F6E1-36A8-FCFE-D6E6-C6D6D427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E778E4-7A94-1CC9-01B3-8DB7A55BC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BB110D-F9A4-331E-CC24-277CDBAF5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E6960-2D43-46AF-CBCB-6D40BD6F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8AB3E5-61FD-45BF-AA55-A9C39D3A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5ADC0-6280-6B0D-D4A1-07DCE10E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35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C5722-A2DD-B9B5-4F02-91D6B41B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8FCCB1-5B97-F0E6-A41F-76862DC3C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EEA46F-AE44-CA3A-6F78-E03E629E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7FD44-C258-6BCE-C9F1-C71BB9FD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DDD4D-B558-1AFA-F31F-8F9DB648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9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BAD226-E9E1-E096-C9B0-F066CC90E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E5CB80-4D2B-3B62-8CFA-4F23DFA47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179E3-60EE-2854-BB01-92329F77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04EE2B-6011-BEAB-5575-6A0F1F12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95FD3-7A08-B637-4359-F253D207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92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6B047A-CFA4-0DBD-CA05-47DAA27A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BEDF51-26BF-1392-061F-1C2181A79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042CF-31A6-772B-EADC-8A0D06494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8B097-2F79-4923-8D47-75FDA60DE8B1}" type="datetimeFigureOut">
              <a:rPr lang="ko-KR" altLang="en-US" smtClean="0"/>
              <a:t>2023-11-12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DCE46E-A8B2-7CFC-6E64-DB0AE9CA5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C011B-5AA5-BC6F-E3F9-918D6449F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D8B2-8A1A-439A-8DB5-0B2D532BE8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4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6D129-E27B-BFD4-EF75-62DC1272CA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2D </a:t>
            </a:r>
            <a:r>
              <a:rPr lang="ko-KR" altLang="en-US" b="1" dirty="0"/>
              <a:t>게임 프로그래밍</a:t>
            </a:r>
            <a:br>
              <a:rPr lang="en-US" altLang="ko-KR" b="1" dirty="0"/>
            </a:br>
            <a:r>
              <a:rPr lang="en-US" altLang="ko-KR" b="1" dirty="0"/>
              <a:t>2</a:t>
            </a:r>
            <a:r>
              <a:rPr lang="ko-KR" altLang="en-US" b="1" dirty="0"/>
              <a:t>차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25196-E2A8-4B83-FA80-0BBDDD8D93E4}"/>
              </a:ext>
            </a:extLst>
          </p:cNvPr>
          <p:cNvSpPr txBox="1"/>
          <p:nvPr/>
        </p:nvSpPr>
        <p:spPr>
          <a:xfrm>
            <a:off x="9870232" y="5580422"/>
            <a:ext cx="1595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2020180035 </a:t>
            </a:r>
            <a:r>
              <a:rPr lang="ko-KR" altLang="en-US" dirty="0"/>
              <a:t>정승원</a:t>
            </a:r>
          </a:p>
        </p:txBody>
      </p:sp>
    </p:spTree>
    <p:extLst>
      <p:ext uri="{BB962C8B-B14F-4D97-AF65-F5344CB8AC3E}">
        <p14:creationId xmlns:p14="http://schemas.microsoft.com/office/powerpoint/2010/main" val="411979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780CB-F5FA-2685-F0E2-9BBE81C1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게임 개발 진행 상황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203869D-1AE5-1506-B42C-4555D34AE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7223461"/>
              </p:ext>
            </p:extLst>
          </p:nvPr>
        </p:nvGraphicFramePr>
        <p:xfrm>
          <a:off x="838200" y="1380931"/>
          <a:ext cx="10515600" cy="507025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0861">
                  <a:extLst>
                    <a:ext uri="{9D8B030D-6E8A-4147-A177-3AD203B41FA5}">
                      <a16:colId xmlns:a16="http://schemas.microsoft.com/office/drawing/2014/main" val="3698645813"/>
                    </a:ext>
                  </a:extLst>
                </a:gridCol>
                <a:gridCol w="5645021">
                  <a:extLst>
                    <a:ext uri="{9D8B030D-6E8A-4147-A177-3AD203B41FA5}">
                      <a16:colId xmlns:a16="http://schemas.microsoft.com/office/drawing/2014/main" val="2666701547"/>
                    </a:ext>
                  </a:extLst>
                </a:gridCol>
                <a:gridCol w="2489718">
                  <a:extLst>
                    <a:ext uri="{9D8B030D-6E8A-4147-A177-3AD203B41FA5}">
                      <a16:colId xmlns:a16="http://schemas.microsoft.com/office/drawing/2014/main" val="1796117570"/>
                    </a:ext>
                  </a:extLst>
                </a:gridCol>
              </a:tblGrid>
              <a:tr h="97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err="1"/>
                        <a:t>스프라이트</a:t>
                      </a:r>
                      <a:r>
                        <a:rPr lang="ko-KR" altLang="en-US" sz="1800" dirty="0"/>
                        <a:t> 이미지 수집 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 </a:t>
                      </a:r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288163"/>
                  </a:ext>
                </a:extLst>
              </a:tr>
              <a:tr h="97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수집한 이미지를 이용해 배경 이미지를 구현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90% </a:t>
                      </a:r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99341"/>
                  </a:ext>
                </a:extLst>
              </a:tr>
              <a:tr h="97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애니메이션을 이용한 나의 차량을 구현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ko-KR" altLang="en-US" sz="1800" dirty="0"/>
                        <a:t>방향키를 눌러 이동하도록 구현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변경사항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: 3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주차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주차 변경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상호작용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주차로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40% </a:t>
                      </a:r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889784"/>
                  </a:ext>
                </a:extLst>
              </a:tr>
              <a:tr h="9703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배경에 나타나는 다른 차량들을 구현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ko-KR" altLang="en-US" sz="1800" dirty="0"/>
                        <a:t>차량 별 속도를 다르게 구현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ko-KR" altLang="en-US" sz="1800" dirty="0"/>
                        <a:t>나의 차량과 상호작용 구현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변경사항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: 3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주차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주차 변경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상호작용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30% </a:t>
                      </a:r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266624"/>
                  </a:ext>
                </a:extLst>
              </a:tr>
              <a:tr h="97038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구현하지 못 한 것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다른 차량과의 상호작용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차량별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속도 다르게 구현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612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80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433437-46F8-4591-D57A-68D35F2E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79" y="539741"/>
            <a:ext cx="11723041" cy="577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77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100</Words>
  <Application>Microsoft Office PowerPoint</Application>
  <PresentationFormat>와이드스크린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2D 게임 프로그래밍 2차 발표</vt:lpstr>
      <vt:lpstr>게임 개발 진행 상황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게임 프로그래밍 2차 발표</dc:title>
  <dc:creator>정승원(2020180035)</dc:creator>
  <cp:lastModifiedBy>정승원(2020180035)</cp:lastModifiedBy>
  <cp:revision>1</cp:revision>
  <dcterms:created xsi:type="dcterms:W3CDTF">2023-11-12T08:05:01Z</dcterms:created>
  <dcterms:modified xsi:type="dcterms:W3CDTF">2023-11-12T09:50:00Z</dcterms:modified>
</cp:coreProperties>
</file>