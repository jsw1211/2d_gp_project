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7528C-A2A1-705E-A6B7-F727DAFE3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FB3383-56FB-17C8-FEB9-12545A74B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6B7F7D-5183-C679-E9FC-537810C4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D90C70-544A-1B9C-CBDA-953630C5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243C8-D2F2-D7C6-2D3B-EBB4DC51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1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046DE-809F-5F97-9FDF-4253C5B1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E4EEFC-20B6-E711-8CE3-EFB972449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12CE39-C9B5-6A0E-0090-85496162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BDA1C-BE8B-0095-F83B-6419B1BD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E2985-EF4E-1084-5CEB-D2616023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06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69C0D-56EB-EE14-B339-5F3A3D62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99429B-A51E-3930-7AFE-DB3E2E438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B0BED-982F-B3C4-586D-32C5F5FD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283364-F7B1-A76E-0477-6CEFA7F4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EFA24-AC90-F9B1-AFFD-D5B67942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67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5A922-2DA0-75DD-8A02-9DD24909F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4DD85F-9FEE-2DD2-0230-553E7A10B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4625E4-A20D-4D34-FCD0-A86FFF2CD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CFCD9C-A435-02C9-6BAC-AFC0A5F0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CF2AFD-F633-0DA1-0947-FE4E91BF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02C961-FC8F-65FC-0BDC-4350E698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49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4405A-003A-1BDC-1D83-5F485652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7158FD-272C-0C22-ED50-D9936412E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66A78F-1F66-2CF3-78C3-5FF75FDDD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8495AA-E53E-88D8-9909-E2EBB7EAE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0B0C89-499A-71E5-29F2-4E1485E26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90C903-B2EE-BD19-4FE9-6EC861AB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BB133B-046B-AE62-9960-DC4E33F5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743F5E-2003-CF2A-7230-BAD19A0D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366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C7B18-FB17-C4BB-8547-FDC4BE73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8F0467-92C6-DC0A-0E4C-CFD1A9AE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6A66DE-397E-721D-FE72-797E9EE0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00C906-3946-4C2C-7823-9E55C536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87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351320D-7FFA-D8FF-73FE-2C54B348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5E6FAF-F815-77EF-9FDF-CFEE7B7E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B29F12-5F75-32EC-D42B-5F5F52EE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57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751279-199A-53B9-5F6B-BE648CB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F8488F-0576-0C63-D001-E29BE964B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7D2FDA-5D37-B628-BBA0-1EF067822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86088C-1FEE-D8DA-A8DC-CC0563E0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6F2614-5456-15B4-04EA-A972DF9D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AD1E88-255D-2DFA-33CC-F40CA384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96B22-F51E-F714-A5B7-E0BFA817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B5EFBC-3810-B5FB-77B4-218FC9956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E69870-8FBD-6972-2DAC-2CC2916DC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E20A0C-7B8F-0855-0500-8F02DCFA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1594F1-F21A-5820-A30C-92494BB6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96A368-86E0-5372-C5CC-85CDAE6E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70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BA558-FB63-1BF1-CBE5-3C3D3BD9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0657B0-7D67-56E3-B327-66A11A45E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033C8-F200-6BAE-DAF8-CCFCBADC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8A8618-D37A-1C9A-E1DB-7242CA46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F83223-99BD-ED9D-67D3-5A60F946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222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A645351-164D-55C8-C3DD-B36B34535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C13761-DE5A-AB2B-BC43-080C5EEDB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96EB4C-DED1-86A9-66F2-682B6B21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6214BC-6AF9-8FEC-1D02-2BED23FF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46B7A5-A0C4-01D9-4BF6-5D3D3A51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39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4052D2-8602-2814-8F05-7E41E5D4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3D0652-C35B-967F-C5B7-0B036565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DA85E-3257-7CC9-A440-B7653EB68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E1FD1-ADA5-46E9-B860-C22CC0BD0B2C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FEF2D0-4FFF-4AF5-9E41-57D9974FB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7F473-E96C-603B-19B8-B8BA86801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BEC97-D86F-4489-80A4-FB6AE025D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14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5015B-016B-A25E-5527-93D804180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2D </a:t>
            </a:r>
            <a:r>
              <a:rPr lang="ko-KR" altLang="en-US" b="1" dirty="0"/>
              <a:t>게임프로그래밍</a:t>
            </a:r>
            <a:br>
              <a:rPr lang="en-US" altLang="ko-KR" b="1" dirty="0"/>
            </a:br>
            <a:r>
              <a:rPr lang="ko-KR" altLang="en-US" b="1" dirty="0"/>
              <a:t>프로젝트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3DA28-07BA-2A2D-CE92-22DABBF4B27C}"/>
              </a:ext>
            </a:extLst>
          </p:cNvPr>
          <p:cNvSpPr txBox="1"/>
          <p:nvPr/>
        </p:nvSpPr>
        <p:spPr>
          <a:xfrm>
            <a:off x="9853127" y="5632283"/>
            <a:ext cx="1800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2020180035</a:t>
            </a:r>
          </a:p>
          <a:p>
            <a:pPr algn="ctr"/>
            <a:r>
              <a:rPr lang="ko-KR" altLang="en-US" dirty="0"/>
              <a:t>정승원</a:t>
            </a:r>
          </a:p>
        </p:txBody>
      </p:sp>
    </p:spTree>
    <p:extLst>
      <p:ext uri="{BB962C8B-B14F-4D97-AF65-F5344CB8AC3E}">
        <p14:creationId xmlns:p14="http://schemas.microsoft.com/office/powerpoint/2010/main" val="30038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9C520-05AE-796A-1AB9-429BF2F5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E04BA-8C66-0E86-7BEF-B289CEDAB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다함께</a:t>
            </a:r>
            <a:r>
              <a:rPr lang="ko-KR" altLang="en-US" dirty="0"/>
              <a:t> 차차차 게임을 모작하여 게임을 하며 코인을 모으고</a:t>
            </a:r>
            <a:r>
              <a:rPr lang="en-US" altLang="ko-KR" dirty="0"/>
              <a:t>,</a:t>
            </a:r>
            <a:r>
              <a:rPr lang="ko-KR" altLang="en-US" dirty="0"/>
              <a:t> 그 코인으로 차량을 업그레이드 하여 게임을 진행하도록 설계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06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069C37-00E9-9887-358D-8DDBA3E5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dirty="0"/>
              <a:t>플레이 화면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4F7B4B-C4EF-6F8E-0E5C-2A52714A7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50" y="931021"/>
            <a:ext cx="9878299" cy="5926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CEF5BD0-620B-B624-9C5F-BD13A798408C}"/>
              </a:ext>
            </a:extLst>
          </p:cNvPr>
          <p:cNvSpPr/>
          <p:nvPr/>
        </p:nvSpPr>
        <p:spPr>
          <a:xfrm>
            <a:off x="9199984" y="931021"/>
            <a:ext cx="1835165" cy="10097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골드 </a:t>
            </a:r>
            <a:r>
              <a:rPr lang="en-US" altLang="ko-KR" sz="1600" dirty="0">
                <a:solidFill>
                  <a:schemeClr val="tx1"/>
                </a:solidFill>
              </a:rPr>
              <a:t>1234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내구도 ♥♥♡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8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5CA56-27F3-1DF4-78CE-6231FB8D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2198F-C018-8D1C-61DE-EB273180B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좌측 우측 방향키를 이용하여 차량을 움직임</a:t>
            </a:r>
            <a:endParaRPr lang="en-US" altLang="ko-KR" dirty="0"/>
          </a:p>
          <a:p>
            <a:r>
              <a:rPr lang="ko-KR" altLang="en-US" dirty="0"/>
              <a:t>차량의 속도는 점점 빨라지며 다른 차량과 부딪히면 속도가 감소하고 차량의 내구도가 </a:t>
            </a:r>
            <a:r>
              <a:rPr lang="en-US" altLang="ko-KR" dirty="0"/>
              <a:t>1 </a:t>
            </a:r>
            <a:r>
              <a:rPr lang="ko-KR" altLang="en-US" dirty="0"/>
              <a:t>감소함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코인을 모아 상점에서 차량의 내구도를 업그레이드 하고</a:t>
            </a:r>
            <a:r>
              <a:rPr lang="en-US" altLang="ko-KR" dirty="0"/>
              <a:t>, </a:t>
            </a:r>
            <a:r>
              <a:rPr lang="ko-KR" altLang="en-US" dirty="0"/>
              <a:t>스킬을 살 수 있음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423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4DD20-3120-B9B3-AC44-E8E5DDAB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95BA2650-C1EE-6F30-807C-F4F62323B7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216655"/>
              </p:ext>
            </p:extLst>
          </p:nvPr>
        </p:nvGraphicFramePr>
        <p:xfrm>
          <a:off x="838203" y="1389027"/>
          <a:ext cx="10515597" cy="5103848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06216">
                  <a:extLst>
                    <a:ext uri="{9D8B030D-6E8A-4147-A177-3AD203B41FA5}">
                      <a16:colId xmlns:a16="http://schemas.microsoft.com/office/drawing/2014/main" val="3129425423"/>
                    </a:ext>
                  </a:extLst>
                </a:gridCol>
                <a:gridCol w="2799181">
                  <a:extLst>
                    <a:ext uri="{9D8B030D-6E8A-4147-A177-3AD203B41FA5}">
                      <a16:colId xmlns:a16="http://schemas.microsoft.com/office/drawing/2014/main" val="1045137913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4180545375"/>
                    </a:ext>
                  </a:extLst>
                </a:gridCol>
              </a:tblGrid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스프라이트</a:t>
                      </a:r>
                      <a:r>
                        <a:rPr lang="ko-KR" altLang="en-US" sz="1100" dirty="0"/>
                        <a:t> 이미지 수집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877096"/>
                  </a:ext>
                </a:extLst>
              </a:tr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배경 만들기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수집한 이미지를 이용해 배경 이미지를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155921"/>
                  </a:ext>
                </a:extLst>
              </a:tr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다른 차량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배경에 나타나는 다른 차량들을 구현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차량 별 속도를 다르게 구현</a:t>
                      </a:r>
                      <a:endParaRPr lang="en-US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06590"/>
                  </a:ext>
                </a:extLst>
              </a:tr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 차량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애니메이션을 이용한 차량을 구현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방향키를 눌러 이동하도록 구현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다른 차량과의 상호작용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935257"/>
                  </a:ext>
                </a:extLst>
              </a:tr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중간 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1~4</a:t>
                      </a:r>
                      <a:r>
                        <a:rPr lang="ko-KR" altLang="en-US" sz="1100" dirty="0" err="1"/>
                        <a:t>주차때</a:t>
                      </a:r>
                      <a:r>
                        <a:rPr lang="ko-KR" altLang="en-US" sz="1100" dirty="0"/>
                        <a:t> 구현하지 못 </a:t>
                      </a:r>
                      <a:r>
                        <a:rPr lang="ko-KR" altLang="en-US" sz="1100"/>
                        <a:t>한 것 구현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91054"/>
                  </a:ext>
                </a:extLst>
              </a:tr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상점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차량 능력치를 업그레이드 하거나 스킬을 살 수 있도록 상점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698256"/>
                  </a:ext>
                </a:extLst>
              </a:tr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최종 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최종적으로 구현하지 못했던 부분 구현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다른 추가적으로 생각나는 것들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08238"/>
                  </a:ext>
                </a:extLst>
              </a:tr>
              <a:tr h="637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게임 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게임 테스트를 해보고 필요한 부분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80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112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164</Words>
  <Application>Microsoft Office PowerPoint</Application>
  <PresentationFormat>와이드스크린</PresentationFormat>
  <Paragraphs>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2D 게임프로그래밍 프로젝트</vt:lpstr>
      <vt:lpstr>게임 컨셉</vt:lpstr>
      <vt:lpstr>플레이 화면</vt:lpstr>
      <vt:lpstr>게임 진행 방식</vt:lpstr>
      <vt:lpstr>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게임프로그래밍 프로젝트</dc:title>
  <dc:creator>정승원(2020180035)</dc:creator>
  <cp:lastModifiedBy>정승원(2020180035)</cp:lastModifiedBy>
  <cp:revision>5</cp:revision>
  <dcterms:created xsi:type="dcterms:W3CDTF">2023-10-14T08:21:26Z</dcterms:created>
  <dcterms:modified xsi:type="dcterms:W3CDTF">2023-10-15T10:15:55Z</dcterms:modified>
</cp:coreProperties>
</file>